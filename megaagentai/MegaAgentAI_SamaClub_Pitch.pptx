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MegaAgentAI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Meet the Founder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Chandra Suda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8C8D2"/>
                </a:solidFill>
              </a:defRPr>
            </a:pPr>
            <a:r>
              <a:t>Founder &amp; CEO, MegaAgentAI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3108960"/>
            <a:ext cx="3017520" cy="18288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🎓  EDUCATION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B.S., Stanford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💼 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Member of Technical Staff at xAI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94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D2"/>
                </a:solidFill>
              </a:defRPr>
            </a:pPr>
            <a:r>
              <a:t>Building AI systems at the frontier of intelligence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5943600"/>
            <a:ext cx="2103120" cy="548640"/>
          </a:xfrm>
          <a:prstGeom prst="roundRect">
            <a:avLst/>
          </a:prstGeom>
          <a:solidFill>
            <a:srgbClr val="28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8C1515"/>
                </a:solidFill>
              </a:defRPr>
            </a:pPr>
            <a:r>
              <a:t>Stanford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943600"/>
            <a:ext cx="2103120" cy="548640"/>
          </a:xfrm>
          <a:prstGeom prst="roundRect">
            <a:avLst/>
          </a:prstGeom>
          <a:solidFill>
            <a:srgbClr val="28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xAI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t>MegaAgentAI for Sama Club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Problem · Value · Differentiation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🚨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2"/>
                </a:solidFill>
              </a:defRPr>
            </a:pPr>
            <a:r>
              <a:t>• Feedback scattered across channels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391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2"/>
                </a:solidFill>
              </a:defRPr>
            </a:pPr>
            <a:r>
              <a:t>• 12-16 weeks to get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8658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2"/>
                </a:solidFill>
              </a:defRPr>
            </a:pPr>
            <a:r>
              <a:t>• Reactive—damage done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3405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2"/>
                </a:solidFill>
              </a:defRPr>
            </a:pPr>
            <a:r>
              <a:t>• Sentiment only, no root cause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💰 BUSINESS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9164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⚡ Time to 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89280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2"/>
                </a:solidFill>
              </a:defRPr>
            </a:pPr>
            <a:r>
              <a:t>24-72 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13055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🎯 Root-Cause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3317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2"/>
                </a:solidFill>
              </a:defRPr>
            </a:pPr>
            <a:r>
              <a:t>Know WHY, not just WHAT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56946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📉 Reduce Churn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77063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2"/>
                </a:solidFill>
              </a:defRPr>
            </a:pPr>
            <a:r>
              <a:t>Act before they leave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008376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🔮 Predictive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20954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2"/>
                </a:solidFill>
              </a:defRPr>
            </a:pPr>
            <a:r>
              <a:t>Forecast issues early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A2BE2"/>
                </a:solidFill>
              </a:defRPr>
            </a:pPr>
            <a:r>
              <a:t>🏆 WHY WE WIN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169164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A0"/>
                </a:solidFill>
              </a:defRPr>
            </a:pPr>
            <a:r>
              <a:t>Others: Dashboards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189280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→ Us: Decisions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13055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A0"/>
                </a:solidFill>
              </a:defRPr>
            </a:pPr>
            <a:r>
              <a:t>Others: Text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3317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→ Us: Voice+Text+Images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56946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A0"/>
                </a:solidFill>
              </a:defRPr>
            </a:pPr>
            <a:r>
              <a:t>Others: Sentiment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77063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→ Us: Root Causes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008376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A0"/>
                </a:solidFill>
              </a:defRPr>
            </a:pPr>
            <a:r>
              <a:t>Others: Batch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20954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→ Us: Real-Time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749039"/>
            <a:ext cx="11247120" cy="13716"/>
          </a:xfrm>
          <a:prstGeom prst="rect">
            <a:avLst/>
          </a:prstGeom>
          <a:solidFill>
            <a:srgbClr val="28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🤖 Our 6 Specialized AI Agents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389120"/>
            <a:ext cx="1783080" cy="1005840"/>
          </a:xfrm>
          <a:prstGeom prst="roundRect">
            <a:avLst/>
          </a:prstGeom>
          <a:solidFill>
            <a:srgbClr val="282832"/>
          </a:solidFill>
          <a:ln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43484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🎯 Voice-of-Customer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7548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</a:defRPr>
            </a:pPr>
            <a:r>
              <a:t>Tone &amp; emotion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68880" y="4389120"/>
            <a:ext cx="1783080" cy="1005840"/>
          </a:xfrm>
          <a:prstGeom prst="roundRect">
            <a:avLst/>
          </a:prstGeom>
          <a:solidFill>
            <a:srgbClr val="282832"/>
          </a:solidFill>
          <a:ln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14600" y="443484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🔄 Normalizer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14600" y="47548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</a:defRPr>
            </a:pPr>
            <a:r>
              <a:t>Unify channels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0" y="4389120"/>
            <a:ext cx="1783080" cy="1005840"/>
          </a:xfrm>
          <a:prstGeom prst="roundRect">
            <a:avLst/>
          </a:prstGeom>
          <a:solidFill>
            <a:srgbClr val="282832"/>
          </a:solidFill>
          <a:ln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443484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🛡️ Authenticity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47548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</a:defRPr>
            </a:pPr>
            <a:r>
              <a:t>Filter spam/bots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4389120"/>
            <a:ext cx="1783080" cy="1005840"/>
          </a:xfrm>
          <a:prstGeom prst="roundRect">
            <a:avLst/>
          </a:prstGeom>
          <a:solidFill>
            <a:srgbClr val="282832"/>
          </a:solidFill>
          <a:ln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443484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🔍 Investigator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47548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</a:defRPr>
            </a:pPr>
            <a:r>
              <a:t>Find root causes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0" y="4389120"/>
            <a:ext cx="1783080" cy="1005840"/>
          </a:xfrm>
          <a:prstGeom prst="roundRect">
            <a:avLst/>
          </a:prstGeom>
          <a:solidFill>
            <a:srgbClr val="282832"/>
          </a:solidFill>
          <a:ln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20" y="443484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🧠 Learning Layer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47548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</a:defRPr>
            </a:pPr>
            <a:r>
              <a:t>Gets smarter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49840" y="4389120"/>
            <a:ext cx="1783080" cy="1005840"/>
          </a:xfrm>
          <a:prstGeom prst="roundRect">
            <a:avLst/>
          </a:prstGeom>
          <a:solidFill>
            <a:srgbClr val="282832"/>
          </a:solidFill>
          <a:ln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95560" y="443484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📊 Orchestrator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95560" y="47548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</a:defRPr>
            </a:pPr>
            <a:r>
              <a:t>Coordinate all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00400" y="5623560"/>
            <a:ext cx="5760720" cy="640080"/>
          </a:xfrm>
          <a:prstGeom prst="round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0" y="57150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Time to Insight: 12-16 weeks → 24-72 hours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2"/>
                </a:solidFill>
              </a:defRPr>
            </a:pPr>
            <a:r>
              <a:t>"Most tools show what happened. We tell you why—and what to do next."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